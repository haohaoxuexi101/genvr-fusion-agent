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9" r:id="rId2"/>
    <p:sldId id="276" r:id="rId3"/>
    <p:sldId id="261" r:id="rId4"/>
    <p:sldId id="277" r:id="rId5"/>
    <p:sldId id="262" r:id="rId6"/>
    <p:sldId id="264" r:id="rId7"/>
    <p:sldId id="265" r:id="rId8"/>
    <p:sldId id="268" r:id="rId9"/>
    <p:sldId id="2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1"/>
    <p:restoredTop sz="94633"/>
  </p:normalViewPr>
  <p:slideViewPr>
    <p:cSldViewPr snapToGrid="0" showGuides="1">
      <p:cViewPr varScale="1">
        <p:scale>
          <a:sx n="81" d="100"/>
          <a:sy n="81" d="100"/>
        </p:scale>
        <p:origin x="59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771687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771687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5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815340" y="1958975"/>
            <a:ext cx="797750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X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丨路演答辩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XXXX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XXXXX</a:t>
            </a: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815229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</a:t>
            </a:r>
            <a:r>
              <a:rPr kumimoji="1" lang="en-US" altLang="zh-CN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XXXXX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771687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771687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5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815340" y="1958975"/>
            <a:ext cx="9629140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Track X | Final Presentation &amp; Q&amp;A</a:t>
            </a:r>
          </a:p>
          <a:p>
            <a:pPr>
              <a:lnSpc>
                <a:spcPct val="120000"/>
              </a:lnSpc>
            </a:pPr>
            <a:r>
              <a:rPr kumimoji="1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Project Title: XXXXXXXXXXXX</a:t>
            </a:r>
          </a:p>
        </p:txBody>
      </p:sp>
      <p:sp>
        <p:nvSpPr>
          <p:cNvPr id="11" name="副标题 2"/>
          <p:cNvSpPr txBox="1"/>
          <p:nvPr/>
        </p:nvSpPr>
        <p:spPr>
          <a:xfrm>
            <a:off x="815229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Team Name: XXXXX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997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Contents Title Placeholder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997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Contents Title Placeholder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997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Contents Title Placeholder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997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Contents Title Placeholder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997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Contents Title Placeholder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753152"/>
            <a:ext cx="8049321" cy="482368"/>
          </a:xfrm>
        </p:spPr>
        <p:txBody>
          <a:bodyPr/>
          <a:lstStyle/>
          <a:p>
            <a:r>
              <a:rPr kumimoji="1" lang="zh-CN" altLang="en-US" dirty="0"/>
              <a:t>内页标题文案预留内页标题文案预留</a:t>
            </a:r>
            <a:br>
              <a:rPr kumimoji="1" lang="zh-CN" altLang="en-US" dirty="0"/>
            </a:br>
            <a:r>
              <a:rPr kumimoji="1" lang="zh-CN" altLang="en-US" sz="2400" dirty="0"/>
              <a:t>Inner Page Title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777282"/>
            <a:ext cx="8049321" cy="482368"/>
          </a:xfrm>
        </p:spPr>
        <p:txBody>
          <a:bodyPr/>
          <a:lstStyle/>
          <a:p>
            <a:r>
              <a:rPr kumimoji="1" lang="zh-CN" altLang="en-US" dirty="0"/>
              <a:t>内页标题文案预留内页标题文案预留</a:t>
            </a:r>
            <a:br>
              <a:rPr kumimoji="1" lang="zh-CN" altLang="en-US" dirty="0"/>
            </a:br>
            <a:r>
              <a:rPr kumimoji="1" lang="zh-CN" altLang="en-US" sz="2400" dirty="0"/>
              <a:t>Inner Page Title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宽屏</PresentationFormat>
  <Paragraphs>39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OPPOSans B</vt:lpstr>
      <vt:lpstr>OPPOSans M</vt:lpstr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内页标题文案预留内页标题文案预留 Inner Page Title Placeholder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shaoning shen</cp:lastModifiedBy>
  <cp:revision>56</cp:revision>
  <dcterms:created xsi:type="dcterms:W3CDTF">2026-09-15T09:23:58Z</dcterms:created>
  <dcterms:modified xsi:type="dcterms:W3CDTF">2026-09-21T05:59:46Z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2052-6.7.1.8828</vt:lpwstr>
  </property>
</Properties>
</file>