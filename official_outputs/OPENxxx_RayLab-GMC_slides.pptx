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标题：GenVR-Fusion：面向聚变堆深穿透屏蔽的生成式稀有事件输运探索环境</a:t>
            </a:r>
          </a:p>
          <a:p>
            <a:r>
              <a:t>副标题：GMC 响应算子射线伪影的因果审计智能体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问题定义（看见了什么问题）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数值输运中，随机粒子生成的局部响应被压缩为有限界面状态并反复全局组合后，重新出现方向性射线伪影</a:t>
            </a:r>
          </a:p>
          <a:p>
            <a:pPr/>
            <a:r>
              <a:rPr sz="1600"/>
              <a:t>量化：粗基线 `coarse` 的 CFM 射线指数 0.003843、归一化 L1 0.0797</a:t>
            </a:r>
          </a:p>
          <a:p>
            <a:pPr/>
            <a:r>
              <a:rPr sz="1600"/>
              <a:t>图：`official_outputs/official_llm_flash/experiments/coarse/lattice_stage8_ultra.png`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问题定义（为什么 AI 可以介入 + 边界）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假设空间小（离散化配置组合）、实验反馈快（秒级~40s）、决策可白名单约束、探索-验证闭环可由轨迹审计</a:t>
            </a:r>
          </a:p>
          <a:p>
            <a:pPr/>
            <a:r>
              <a:rPr sz="1600"/>
              <a:t>边界：二维非均匀 lattice、给定检查点、单种子、射线指标是诊断代理量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探索环境设计（固定什么 / 可探索什么）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固定：环境、900k 检查点、种子 260827、采样预算 1000、固定 Dense 参照、搜索边界</a:t>
            </a:r>
          </a:p>
          <a:p>
            <a:pPr/>
            <a:r>
              <a:rPr sz="1600"/>
              <a:t>可探索：模式 B 白名单消融（4 动作）；模式 C LLM 自由提议 `{n_pos, n_mu, n_phi}`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反馈机制与验证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`ray_index = FFT 方向集中度 × 残差 RMS`；归一化 L1；对数 RMSE；相关系数</a:t>
            </a:r>
          </a:p>
          <a:p>
            <a:pPr/>
            <a:r>
              <a:rPr sz="1600"/>
              <a:t>CFM / Exact-MC / 固定 Dense 三方交叉诊断；3 组随机参照换种子；无隐藏 Ground Truth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指标含义（一）：ray_index 的物理意义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残差做 2D FFT：一条空间直线射线的功率集中在与方向垂直的窄角带</a:t>
            </a:r>
          </a:p>
          <a:p>
            <a:pPr/>
            <a:r>
              <a:rPr sz="1600"/>
              <a:t>`directional_concentration` = 最强 4 个角向 bin 的功率占比（各向同性≈0.111，越高越像射线）</a:t>
            </a:r>
          </a:p>
          <a:p>
            <a:pPr/>
            <a:r>
              <a:rPr sz="1600"/>
              <a:t>`residual_rms` = 误差幅度；`ray_index = 两者相乘`：既看方向性又看幅度，越低越好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指标含义（二）：三方交叉比较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`cfm_vs_dense`：学习算子+离散化总误差（判伪影）</a:t>
            </a:r>
          </a:p>
          <a:p>
            <a:pPr/>
            <a:r>
              <a:rPr sz="1600"/>
              <a:t>`oracle_vs_dense`：真值算子的投影误差（下界参照）</a:t>
            </a:r>
          </a:p>
          <a:p>
            <a:pPr/>
            <a:r>
              <a:rPr sz="1600"/>
              <a:t>`cfm_vs_oracle`：纯学习算子残差（5.0% 就来自这里）</a:t>
            </a:r>
          </a:p>
          <a:p>
            <a:pPr/>
            <a:r>
              <a:rPr sz="1600"/>
              <a:t>`normalized_rel_l1`=平均绝对偏差；`log10_rmse`=对数误差，突出弱通量区；`corr`=形状相关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探索过程（Agent 工作流）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模式 B：粗基线 → DeepSeek 白名单决策 → 环境执行 → 反馈 → 再决策（3 轮）+ 3 随机参照</a:t>
            </a:r>
          </a:p>
          <a:p>
            <a:pPr/>
            <a:r>
              <a:rPr sz="1600"/>
              <a:t>模式 C：LLM 提议 → 边界校验（拒绝/截断即自愈重提）→ 执行 → 反馈 → 再提议</a:t>
            </a:r>
          </a:p>
          <a:p>
            <a:pPr/>
            <a:r>
              <a:rPr sz="1600"/>
              <a:t>图：`official_outputs/official_llm_flash/trajectory.jsonl`（事件链示意）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发现信号（正结果）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128 状态预算：`angular_refined` 射线指数 0.002501 vs `position_refined` 0.004431 —— **低 43.5%**</a:t>
            </a:r>
          </a:p>
          <a:p>
            <a:pPr/>
            <a:r>
              <a:rPr sz="1600"/>
              <a:t>联合加密 `combined_refined` 局部 Exact-MC 指标较 coarse **低 57.3%**</a:t>
            </a:r>
          </a:p>
          <a:p>
            <a:pPr/>
            <a:r>
              <a:rPr sz="1600"/>
              <a:t>图：`official_outputs/official_llm_flash/ablation_summary.png`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发现信号（负结果与异常）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`position_refined` 只加位置节点反而变差（0.004431 &gt; 0.003843）</a:t>
            </a:r>
          </a:p>
          <a:p>
            <a:pPr/>
            <a:r>
              <a:rPr sz="1600"/>
              <a:t>联合加密 CFM 相对 Exact-MC 仍保留 5.0% L1 残差——学习算子误差未消除</a:t>
            </a:r>
          </a:p>
          <a:p>
            <a:pPr/>
            <a:r>
              <a:rPr sz="1600"/>
              <a:t>开放探索两次运行提议不同：一次最佳 `proposal_p2_m2_f16`（+4.6%），一次最佳 `proposal_p2_m4_f32`（−33.6%），均未超过随机参照最优 0.002976——探索具有随机波动，需扩大边界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参照系对比（排除随机波动）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3 组随机参照指标落在 coarse/position 水平，随机最优 0.002095</a:t>
            </a:r>
          </a:p>
          <a:p>
            <a:pPr/>
            <a:r>
              <a:rPr sz="1600"/>
              <a:t>43.5% 的角向优势不是种子波动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推荐策略（本报告的核心交付）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最省钱缓解：**`angular_refined`**（n_pos=1, n_mu=4, n_phi=32，128 状态）</a:t>
            </a:r>
          </a:p>
          <a:p>
            <a:pPr/>
            <a:r>
              <a:rPr sz="1600"/>
              <a:t>证据路径：`official_outputs/official_llm_flash/experiments/angular_refined/`（metrics.json、diagnostics.json、png）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复现情况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一键 `setup_env` → 离线 `smoke_test` → `reproduce_core`（真实 API）</a:t>
            </a:r>
          </a:p>
          <a:p>
            <a:pPr/>
            <a:r>
              <a:rPr sz="1600"/>
              <a:t>两次 flash + 一次 pro 独立复现，数字逐位一致；GTX 1660 SUPER 约 4 分钟、成本 &lt;0.002 美元；无 GPU 退 CPU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开源情况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仓库 URL：**待填**；冻结 tag：**待填**</a:t>
            </a:r>
          </a:p>
          <a:p>
            <a:pPr/>
            <a:r>
              <a:rPr sz="1600"/>
              <a:t>MIT License；可复用件：环境包（gmc/ray_agent）、四类入口脚本、轨迹 JSONL 审计工具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已知限制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单种子、未做匹配多种子置信区间；射线指标是诊断代理量；二维 lattice 单几何；未证明对所有几何/材料普适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指标速查（评审用）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ray_index 低 = 伪影弱；normalized_rel_l1 低 = 形状准；log10_rmse 低 = 暗区保真；corr 高 = 形态一致</a:t>
            </a:r>
          </a:p>
          <a:p>
            <a:pPr/>
            <a:r>
              <a:rPr sz="1600"/>
              <a:t>n_state = n_pos×n_mu×n_phi（预算）；wall_s = cfm_build_s + cfm_solve_s；cfm_residual = 求解器收敛（非物理误差）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600"/>
              <a:t>问题定义成立：MC 质量 ≠ 离散解质量，可证伪桥梁</a:t>
            </a:r>
          </a:p>
          <a:p>
            <a:pPr/>
            <a:r>
              <a:rPr sz="1600"/>
              <a:t>发现可信：环境确定性 + 跨模型 + 随机参照三重印证</a:t>
            </a:r>
          </a:p>
          <a:p>
            <a:pPr/>
            <a:r>
              <a:rPr sz="1600"/>
              <a:t>下一步：多种子置信区间、旋转角向集、CFM 方向平滑、混合源分离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